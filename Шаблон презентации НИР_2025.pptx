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 bookmarkIdSeed="2">
  <p:sldMasterIdLst>
    <p:sldMasterId id="2147483659" r:id="rId1"/>
  </p:sldMasterIdLst>
  <p:notesMasterIdLst>
    <p:notesMasterId r:id="rId10"/>
  </p:notesMasterIdLst>
  <p:sldIdLst>
    <p:sldId id="313" r:id="rId2"/>
    <p:sldId id="258" r:id="rId3"/>
    <p:sldId id="304" r:id="rId4"/>
    <p:sldId id="308" r:id="rId5"/>
    <p:sldId id="309" r:id="rId6"/>
    <p:sldId id="311" r:id="rId7"/>
    <p:sldId id="310" r:id="rId8"/>
    <p:sldId id="312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astasia" initials="g" lastIdx="29" clrIdx="0">
    <p:extLst>
      <p:ext uri="{19B8F6BF-5375-455C-9EA6-DF929625EA0E}">
        <p15:presenceInfo xmlns:p15="http://schemas.microsoft.com/office/powerpoint/2012/main" userId="anastasia" providerId="None"/>
      </p:ext>
    </p:extLst>
  </p:cmAuthor>
  <p:cmAuthor id="2" name="Крашенинников Эрик Александрович" initials="КЭА" lastIdx="4" clrIdx="1">
    <p:extLst>
      <p:ext uri="{19B8F6BF-5375-455C-9EA6-DF929625EA0E}">
        <p15:presenceInfo xmlns:p15="http://schemas.microsoft.com/office/powerpoint/2012/main" userId="Крашенинников Эрик Александрович" providerId="None"/>
      </p:ext>
    </p:extLst>
  </p:cmAuthor>
  <p:cmAuthor id="3" name="Erik Krasheninnikov" initials="EK" lastIdx="5" clrIdx="2">
    <p:extLst>
      <p:ext uri="{19B8F6BF-5375-455C-9EA6-DF929625EA0E}">
        <p15:presenceInfo xmlns:p15="http://schemas.microsoft.com/office/powerpoint/2012/main" userId="Erik Krasheninnikov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959"/>
    <a:srgbClr val="4285F4"/>
    <a:srgbClr val="616161"/>
    <a:srgbClr val="727272"/>
    <a:srgbClr val="0097A7"/>
    <a:srgbClr val="CBDDE1"/>
    <a:srgbClr val="E7EFF1"/>
    <a:srgbClr val="B98ACC"/>
    <a:srgbClr val="D9BFE3"/>
    <a:srgbClr val="4D2E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Средний стиль 3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5BE263C-DBD7-4A20-BB59-AAB30ACAA65A}" styleName="Средний стиль 3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A488322-F2BA-4B5B-9748-0D474271808F}" styleName="Средний стиль 3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Средний стиль 3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EC20E35-A176-4012-BC5E-935CFFF8708E}" styleName="Средний стиль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Средний стиль 3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E171933-4619-4E11-9A3F-F7608DF75F80}" styleName="Средний стиль 1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Средний стиль 1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567" autoAdjust="0"/>
    <p:restoredTop sz="84173" autoAdjust="0"/>
  </p:normalViewPr>
  <p:slideViewPr>
    <p:cSldViewPr snapToGrid="0">
      <p:cViewPr varScale="1">
        <p:scale>
          <a:sx n="122" d="100"/>
          <a:sy n="122" d="100"/>
        </p:scale>
        <p:origin x="864" y="108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c0d30641e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c0d30641e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c0d30641e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c0d30641e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038529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c0d30641e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c0d30641e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497429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c0d30641e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c0d30641e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904144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c0d30641e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c0d30641e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229004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c0d30641e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c0d30641e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560564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c0d30641e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c0d30641e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09375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83009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60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69;p15">
            <a:extLst>
              <a:ext uri="{FF2B5EF4-FFF2-40B4-BE49-F238E27FC236}">
                <a16:creationId xmlns:a16="http://schemas.microsoft.com/office/drawing/2014/main" id="{A42C6F69-B8DE-41E7-9B60-ADD87BBF939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82333" b="71437"/>
          <a:stretch/>
        </p:blipFill>
        <p:spPr>
          <a:xfrm>
            <a:off x="7527460" y="0"/>
            <a:ext cx="1615440" cy="146911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CAF816B5-970A-4BE8-B678-283DF194DD99}"/>
              </a:ext>
            </a:extLst>
          </p:cNvPr>
          <p:cNvSpPr txBox="1">
            <a:spLocks/>
          </p:cNvSpPr>
          <p:nvPr/>
        </p:nvSpPr>
        <p:spPr>
          <a:xfrm>
            <a:off x="26398" y="159161"/>
            <a:ext cx="8771885" cy="760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Министерство науки и высшего образования Российской Федерации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Санкт-Петербургский политехнический университет Петра Великого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200" dirty="0">
                <a:solidFill>
                  <a:schemeClr val="tx1">
                    <a:lumMod val="85000"/>
                    <a:lumOff val="15000"/>
                  </a:schemeClr>
                </a:solidFill>
                <a:cs typeface="Times New Roman" panose="02020603050405020304" pitchFamily="18" charset="0"/>
              </a:rPr>
              <a:t>Институт компьютерных наук и кибербезопасности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200" dirty="0">
                <a:solidFill>
                  <a:schemeClr val="tx1">
                    <a:lumMod val="85000"/>
                    <a:lumOff val="15000"/>
                  </a:schemeClr>
                </a:solidFill>
                <a:cs typeface="Times New Roman" panose="02020603050405020304" pitchFamily="18" charset="0"/>
              </a:rPr>
              <a:t>Высшая школа кибербезопасности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26A98E-AA32-4CB7-A520-A4602A4266FA}"/>
              </a:ext>
            </a:extLst>
          </p:cNvPr>
          <p:cNvSpPr txBox="1"/>
          <p:nvPr/>
        </p:nvSpPr>
        <p:spPr>
          <a:xfrm>
            <a:off x="3153909" y="4662783"/>
            <a:ext cx="25168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Санкт-Петербург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 </a:t>
            </a:r>
            <a:r>
              <a:rPr lang="ru-RU" dirty="0"/>
              <a:t>2026</a:t>
            </a:r>
          </a:p>
        </p:txBody>
      </p:sp>
      <p:sp>
        <p:nvSpPr>
          <p:cNvPr id="2" name="Подзаголовок 2">
            <a:extLst>
              <a:ext uri="{FF2B5EF4-FFF2-40B4-BE49-F238E27FC236}">
                <a16:creationId xmlns:a16="http://schemas.microsoft.com/office/drawing/2014/main" id="{CA0F020C-1388-96A4-7202-8771A9563E56}"/>
              </a:ext>
            </a:extLst>
          </p:cNvPr>
          <p:cNvSpPr txBox="1">
            <a:spLocks/>
          </p:cNvSpPr>
          <p:nvPr/>
        </p:nvSpPr>
        <p:spPr>
          <a:xfrm>
            <a:off x="752638" y="2773604"/>
            <a:ext cx="8203480" cy="20526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00000"/>
              </a:lnSpc>
              <a:spcBef>
                <a:spcPts val="0"/>
              </a:spcBef>
            </a:pPr>
            <a:r>
              <a:rPr lang="ru-RU" sz="1200" dirty="0">
                <a:cs typeface="Times New Roman" panose="02020603050405020304" pitchFamily="18" charset="0"/>
              </a:rPr>
              <a:t>Выполнил</a:t>
            </a:r>
          </a:p>
          <a:p>
            <a:pPr lvl="0" algn="l">
              <a:lnSpc>
                <a:spcPct val="100000"/>
              </a:lnSpc>
              <a:spcBef>
                <a:spcPts val="0"/>
              </a:spcBef>
            </a:pPr>
            <a:r>
              <a:rPr lang="ru-RU" sz="1200" dirty="0">
                <a:cs typeface="Times New Roman" panose="02020603050405020304" pitchFamily="18" charset="0"/>
              </a:rPr>
              <a:t>студент гр. 5151003/20801				И.А. Иванов</a:t>
            </a:r>
          </a:p>
          <a:p>
            <a:pPr lvl="0" algn="l">
              <a:lnSpc>
                <a:spcPct val="100000"/>
              </a:lnSpc>
              <a:spcBef>
                <a:spcPts val="0"/>
              </a:spcBef>
            </a:pPr>
            <a:endParaRPr lang="ru-RU" sz="1200" dirty="0">
              <a:cs typeface="Times New Roman" panose="02020603050405020304" pitchFamily="18" charset="0"/>
            </a:endParaRPr>
          </a:p>
          <a:p>
            <a:pPr lvl="0" algn="l">
              <a:lnSpc>
                <a:spcPct val="100000"/>
              </a:lnSpc>
              <a:spcBef>
                <a:spcPts val="0"/>
              </a:spcBef>
            </a:pPr>
            <a:endParaRPr lang="ru-RU" sz="1200" dirty="0">
              <a:cs typeface="Times New Roman" panose="02020603050405020304" pitchFamily="18" charset="0"/>
            </a:endParaRPr>
          </a:p>
          <a:p>
            <a:pPr lvl="0" algn="l">
              <a:lnSpc>
                <a:spcPct val="100000"/>
              </a:lnSpc>
              <a:spcBef>
                <a:spcPts val="0"/>
              </a:spcBef>
            </a:pPr>
            <a:r>
              <a:rPr lang="ru-RU" sz="1200" dirty="0">
                <a:cs typeface="Times New Roman" panose="02020603050405020304" pitchFamily="18" charset="0"/>
              </a:rPr>
              <a:t>Руководитель</a:t>
            </a:r>
            <a:endParaRPr lang="en-US" sz="1200" dirty="0">
              <a:cs typeface="Times New Roman" panose="02020603050405020304" pitchFamily="18" charset="0"/>
            </a:endParaRPr>
          </a:p>
          <a:p>
            <a:pPr lvl="0" algn="l">
              <a:lnSpc>
                <a:spcPct val="100000"/>
              </a:lnSpc>
              <a:spcBef>
                <a:spcPts val="0"/>
              </a:spcBef>
            </a:pPr>
            <a:r>
              <a:rPr lang="ru-RU" sz="1200" dirty="0">
                <a:cs typeface="Times New Roman" panose="02020603050405020304" pitchFamily="18" charset="0"/>
              </a:rPr>
              <a:t>доцент ВШК ИКНК, к.т.н. </a:t>
            </a:r>
            <a:r>
              <a:rPr lang="en-US" sz="1200" dirty="0">
                <a:cs typeface="Times New Roman" panose="02020603050405020304" pitchFamily="18" charset="0"/>
              </a:rPr>
              <a:t>	</a:t>
            </a:r>
            <a:r>
              <a:rPr lang="ru-RU" sz="1200" dirty="0">
                <a:cs typeface="Times New Roman" panose="02020603050405020304" pitchFamily="18" charset="0"/>
              </a:rPr>
              <a:t>				П.П. Петров</a:t>
            </a:r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8F66C265-ADAD-3D5F-FEA0-ACBB4BB469A3}"/>
              </a:ext>
            </a:extLst>
          </p:cNvPr>
          <p:cNvSpPr txBox="1">
            <a:spLocks/>
          </p:cNvSpPr>
          <p:nvPr/>
        </p:nvSpPr>
        <p:spPr>
          <a:xfrm>
            <a:off x="210482" y="1078812"/>
            <a:ext cx="8521700" cy="135517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40" tIns="45720" rIns="91440" bIns="45720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 panose="020B0604020202020204" pitchFamily="34" charset="0"/>
              <a:buNone/>
              <a:defRPr sz="24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457200" marR="0" lvl="1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 panose="020B0604020202020204" pitchFamily="34" charset="0"/>
              <a:buNone/>
              <a:defRPr sz="20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 panose="020B0604020202020204" pitchFamily="34" charset="0"/>
              <a:buNone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 panose="020B0604020202020204" pitchFamily="34" charset="0"/>
              <a:buNone/>
              <a:defRPr sz="16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 panose="020B0604020202020204" pitchFamily="34" charset="0"/>
              <a:buNone/>
              <a:defRPr sz="16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 panose="020B0604020202020204" pitchFamily="34" charset="0"/>
              <a:buNone/>
              <a:defRPr sz="16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 panose="020B0604020202020204" pitchFamily="34" charset="0"/>
              <a:buNone/>
              <a:defRPr sz="16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 panose="020B0604020202020204" pitchFamily="34" charset="0"/>
              <a:buNone/>
              <a:defRPr sz="16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 panose="020B0604020202020204" pitchFamily="34" charset="0"/>
              <a:buNone/>
              <a:defRPr sz="16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800" b="1" dirty="0">
                <a:solidFill>
                  <a:srgbClr val="363437"/>
                </a:solidFill>
                <a:cs typeface="Times New Roman" panose="02020603050405020304" pitchFamily="18" charset="0"/>
              </a:rPr>
              <a:t>Здесь должна быть тема научно-исследовательской работы</a:t>
            </a:r>
            <a:endParaRPr lang="ru-RU" sz="2800" dirty="0">
              <a:solidFill>
                <a:srgbClr val="363437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8436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E50E7FA0-3068-0F4A-5704-76F9E9328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780163"/>
            <a:ext cx="8520600" cy="3871349"/>
          </a:xfrm>
        </p:spPr>
        <p:txBody>
          <a:bodyPr>
            <a:normAutofit/>
          </a:bodyPr>
          <a:lstStyle/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lang="ru-RU" sz="2000" i="1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– обеспечение защиты данных … от угрозы… .</a:t>
            </a:r>
          </a:p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effectLst/>
              <a:latin typeface="+mn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  <a:endParaRPr lang="en-US" sz="2000" dirty="0">
              <a:effectLst/>
              <a:latin typeface="+mn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algn="just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ru-RU" sz="200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Проанализировать особенности…</a:t>
            </a:r>
            <a:r>
              <a:rPr lang="en-US" sz="2000" dirty="0"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effectLst/>
              <a:latin typeface="+mn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+mj-lt"/>
              <a:buAutoNum type="arabicPeriod"/>
            </a:pPr>
            <a:r>
              <a:rPr lang="ru-RU" sz="200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Разработать схему….</a:t>
            </a:r>
          </a:p>
          <a:p>
            <a:pPr marL="342900" marR="0" lv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+mj-lt"/>
              <a:buAutoNum type="arabicPeriod"/>
            </a:pPr>
            <a:r>
              <a:rPr lang="ru-RU" sz="200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Выполнить программную реализацию….</a:t>
            </a:r>
            <a:endParaRPr lang="en-US" sz="2000" dirty="0">
              <a:effectLst/>
              <a:latin typeface="+mn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sz="1600" dirty="0">
              <a:latin typeface="+mn-lt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8C3201F-69A0-F0AB-99FD-3A1A5D324A4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00204" y="4502989"/>
            <a:ext cx="920954" cy="553828"/>
          </a:xfrm>
        </p:spPr>
        <p:txBody>
          <a:bodyPr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2800" b="1" smtClean="0"/>
              <a:t>2</a:t>
            </a:fld>
            <a:endParaRPr lang="ru" sz="2800" b="1" dirty="0"/>
          </a:p>
        </p:txBody>
      </p:sp>
      <p:sp>
        <p:nvSpPr>
          <p:cNvPr id="8" name="Заголовок 3">
            <a:extLst>
              <a:ext uri="{FF2B5EF4-FFF2-40B4-BE49-F238E27FC236}">
                <a16:creationId xmlns:a16="http://schemas.microsoft.com/office/drawing/2014/main" id="{B831C427-677A-F25E-F281-0E4281F9720C}"/>
              </a:ext>
            </a:extLst>
          </p:cNvPr>
          <p:cNvSpPr txBox="1">
            <a:spLocks/>
          </p:cNvSpPr>
          <p:nvPr/>
        </p:nvSpPr>
        <p:spPr>
          <a:xfrm>
            <a:off x="1081721" y="126005"/>
            <a:ext cx="683545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dirty="0"/>
              <a:t>Цель и задачи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4D480884-56A4-710F-52B8-D2B0ED47F5F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00204" y="4502989"/>
            <a:ext cx="920954" cy="553828"/>
          </a:xfrm>
        </p:spPr>
        <p:txBody>
          <a:bodyPr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2800" b="1" smtClean="0"/>
              <a:t>3</a:t>
            </a:fld>
            <a:endParaRPr lang="ru" sz="2800" b="1" dirty="0"/>
          </a:p>
        </p:txBody>
      </p:sp>
      <p:sp>
        <p:nvSpPr>
          <p:cNvPr id="17" name="Заголовок 3">
            <a:extLst>
              <a:ext uri="{FF2B5EF4-FFF2-40B4-BE49-F238E27FC236}">
                <a16:creationId xmlns:a16="http://schemas.microsoft.com/office/drawing/2014/main" id="{B36081DD-8653-BB6D-A3B8-A91B6E1D1597}"/>
              </a:ext>
            </a:extLst>
          </p:cNvPr>
          <p:cNvSpPr txBox="1">
            <a:spLocks/>
          </p:cNvSpPr>
          <p:nvPr/>
        </p:nvSpPr>
        <p:spPr>
          <a:xfrm>
            <a:off x="1081721" y="126005"/>
            <a:ext cx="683545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dirty="0"/>
              <a:t>Актуальность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143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4D480884-56A4-710F-52B8-D2B0ED47F5F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00204" y="4502989"/>
            <a:ext cx="920954" cy="553828"/>
          </a:xfrm>
        </p:spPr>
        <p:txBody>
          <a:bodyPr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2800" b="1" smtClean="0"/>
              <a:t>4</a:t>
            </a:fld>
            <a:endParaRPr lang="ru" sz="2800" b="1" dirty="0"/>
          </a:p>
        </p:txBody>
      </p:sp>
      <p:sp>
        <p:nvSpPr>
          <p:cNvPr id="17" name="Заголовок 3">
            <a:extLst>
              <a:ext uri="{FF2B5EF4-FFF2-40B4-BE49-F238E27FC236}">
                <a16:creationId xmlns:a16="http://schemas.microsoft.com/office/drawing/2014/main" id="{B36081DD-8653-BB6D-A3B8-A91B6E1D1597}"/>
              </a:ext>
            </a:extLst>
          </p:cNvPr>
          <p:cNvSpPr txBox="1">
            <a:spLocks/>
          </p:cNvSpPr>
          <p:nvPr/>
        </p:nvSpPr>
        <p:spPr>
          <a:xfrm>
            <a:off x="414215" y="126004"/>
            <a:ext cx="7502966" cy="741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sz="2700" dirty="0"/>
              <a:t>Здесь название слайда о решении задачи 1</a:t>
            </a:r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93052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4D480884-56A4-710F-52B8-D2B0ED47F5F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00204" y="4502989"/>
            <a:ext cx="920954" cy="553828"/>
          </a:xfrm>
        </p:spPr>
        <p:txBody>
          <a:bodyPr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2800" b="1" smtClean="0"/>
              <a:t>5</a:t>
            </a:fld>
            <a:endParaRPr lang="ru" sz="2800" b="1" dirty="0"/>
          </a:p>
        </p:txBody>
      </p:sp>
      <p:sp>
        <p:nvSpPr>
          <p:cNvPr id="2" name="Заголовок 3">
            <a:extLst>
              <a:ext uri="{FF2B5EF4-FFF2-40B4-BE49-F238E27FC236}">
                <a16:creationId xmlns:a16="http://schemas.microsoft.com/office/drawing/2014/main" id="{4D63D8FE-A466-E137-6CC6-024C0E2798B0}"/>
              </a:ext>
            </a:extLst>
          </p:cNvPr>
          <p:cNvSpPr txBox="1">
            <a:spLocks/>
          </p:cNvSpPr>
          <p:nvPr/>
        </p:nvSpPr>
        <p:spPr>
          <a:xfrm>
            <a:off x="414215" y="126004"/>
            <a:ext cx="7502966" cy="741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sz="2700" dirty="0"/>
              <a:t>Здесь название слайда о решении задачи 2</a:t>
            </a:r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1868145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4D480884-56A4-710F-52B8-D2B0ED47F5F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00204" y="4502989"/>
            <a:ext cx="920954" cy="553828"/>
          </a:xfrm>
        </p:spPr>
        <p:txBody>
          <a:bodyPr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2800" b="1" smtClean="0"/>
              <a:t>6</a:t>
            </a:fld>
            <a:endParaRPr lang="ru" sz="2800" b="1" dirty="0"/>
          </a:p>
        </p:txBody>
      </p:sp>
      <p:sp>
        <p:nvSpPr>
          <p:cNvPr id="2" name="Заголовок 3">
            <a:extLst>
              <a:ext uri="{FF2B5EF4-FFF2-40B4-BE49-F238E27FC236}">
                <a16:creationId xmlns:a16="http://schemas.microsoft.com/office/drawing/2014/main" id="{E70A2C7C-23D2-2E18-1E55-CD585670DA39}"/>
              </a:ext>
            </a:extLst>
          </p:cNvPr>
          <p:cNvSpPr txBox="1">
            <a:spLocks/>
          </p:cNvSpPr>
          <p:nvPr/>
        </p:nvSpPr>
        <p:spPr>
          <a:xfrm>
            <a:off x="203200" y="86683"/>
            <a:ext cx="7995139" cy="741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sz="2700" dirty="0"/>
              <a:t>Резервный слайд о решении задачи 2 (если </a:t>
            </a:r>
            <a:br>
              <a:rPr lang="ru-RU" sz="2700" dirty="0"/>
            </a:br>
            <a:r>
              <a:rPr lang="ru-RU" sz="2700" dirty="0"/>
              <a:t>не нужен – удалить)</a:t>
            </a:r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2781199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4D480884-56A4-710F-52B8-D2B0ED47F5F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00204" y="4502989"/>
            <a:ext cx="920954" cy="553828"/>
          </a:xfrm>
        </p:spPr>
        <p:txBody>
          <a:bodyPr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2800" b="1" smtClean="0"/>
              <a:t>7</a:t>
            </a:fld>
            <a:endParaRPr lang="ru" sz="2800" b="1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4BD2F23-BD19-C51A-00AA-BED3181FA9A8}"/>
              </a:ext>
            </a:extLst>
          </p:cNvPr>
          <p:cNvSpPr txBox="1">
            <a:spLocks/>
          </p:cNvSpPr>
          <p:nvPr/>
        </p:nvSpPr>
        <p:spPr>
          <a:xfrm>
            <a:off x="203200" y="86683"/>
            <a:ext cx="7995139" cy="741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sz="2700" dirty="0"/>
              <a:t>Здесь название слайда о решении задачи 3</a:t>
            </a:r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3594410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4D480884-56A4-710F-52B8-D2B0ED47F5F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00204" y="4502989"/>
            <a:ext cx="920954" cy="553828"/>
          </a:xfrm>
        </p:spPr>
        <p:txBody>
          <a:bodyPr>
            <a:normAutofit fontScale="92500"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2800" b="1" smtClean="0"/>
              <a:t>8</a:t>
            </a:fld>
            <a:endParaRPr lang="ru" sz="2800" b="1" dirty="0"/>
          </a:p>
        </p:txBody>
      </p:sp>
      <p:sp>
        <p:nvSpPr>
          <p:cNvPr id="17" name="Заголовок 3">
            <a:extLst>
              <a:ext uri="{FF2B5EF4-FFF2-40B4-BE49-F238E27FC236}">
                <a16:creationId xmlns:a16="http://schemas.microsoft.com/office/drawing/2014/main" id="{B36081DD-8653-BB6D-A3B8-A91B6E1D1597}"/>
              </a:ext>
            </a:extLst>
          </p:cNvPr>
          <p:cNvSpPr txBox="1">
            <a:spLocks/>
          </p:cNvSpPr>
          <p:nvPr/>
        </p:nvSpPr>
        <p:spPr>
          <a:xfrm>
            <a:off x="1081721" y="126005"/>
            <a:ext cx="683545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dirty="0"/>
              <a:t>Результаты</a:t>
            </a:r>
            <a:endParaRPr lang="en-US" dirty="0"/>
          </a:p>
        </p:txBody>
      </p:sp>
      <p:sp>
        <p:nvSpPr>
          <p:cNvPr id="4" name="Текст 5">
            <a:extLst>
              <a:ext uri="{FF2B5EF4-FFF2-40B4-BE49-F238E27FC236}">
                <a16:creationId xmlns:a16="http://schemas.microsoft.com/office/drawing/2014/main" id="{9A02E3F5-7466-D647-FF38-26F337C53F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42275"/>
            <a:ext cx="8520600" cy="3431649"/>
          </a:xfrm>
        </p:spPr>
        <p:txBody>
          <a:bodyPr>
            <a:noAutofit/>
          </a:bodyPr>
          <a:lstStyle/>
          <a:p>
            <a:pPr marL="342900" marR="0" lv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+mj-lt"/>
              <a:buAutoNum type="arabicPeriod"/>
            </a:pPr>
            <a:r>
              <a:rPr lang="ru-RU" sz="2000" dirty="0"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В результате анализа особенностей… </a:t>
            </a:r>
            <a:r>
              <a:rPr lang="ru-RU" sz="200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определены требования к …</a:t>
            </a:r>
            <a:r>
              <a:rPr lang="en-US" sz="2000" dirty="0"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effectLst/>
              <a:latin typeface="+mn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+mj-lt"/>
              <a:buAutoNum type="arabicPeriod"/>
            </a:pPr>
            <a:r>
              <a:rPr lang="ru-RU" sz="200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Разработанная схема позволяет…</a:t>
            </a:r>
            <a:endParaRPr lang="en-US" sz="2000" dirty="0">
              <a:effectLst/>
              <a:latin typeface="+mn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+mj-lt"/>
              <a:buAutoNum type="arabicPeriod"/>
            </a:pPr>
            <a:r>
              <a:rPr lang="ru-RU" sz="200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Разработанное программное средство показывает, что…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08731323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4304</TotalTime>
  <Words>155</Words>
  <Application>Microsoft Office PowerPoint</Application>
  <PresentationFormat>Экран (16:9)</PresentationFormat>
  <Paragraphs>35</Paragraphs>
  <Slides>8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Times New Roman</vt:lpstr>
      <vt:lpstr>Arial</vt:lpstr>
      <vt:lpstr>Simple Light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 Александрова</dc:creator>
  <cp:lastModifiedBy>Елена Александрова</cp:lastModifiedBy>
  <cp:revision>105</cp:revision>
  <dcterms:modified xsi:type="dcterms:W3CDTF">2026-06-16T18:31:08Z</dcterms:modified>
</cp:coreProperties>
</file>